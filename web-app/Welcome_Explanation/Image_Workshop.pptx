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59" r:id="rId5"/>
    <p:sldId id="266" r:id="rId6"/>
    <p:sldId id="267" r:id="rId7"/>
    <p:sldId id="268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EAE6"/>
    <a:srgbClr val="0E87B2"/>
    <a:srgbClr val="5EDEEC"/>
    <a:srgbClr val="F127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27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0E0D-816D-1FB5-940E-06F2BD4C9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6BBDF-1A8D-2B13-591C-70BCAA1E9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75A8E-9D5A-22EE-3D57-6402F3BE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DB29C-4831-71DB-6518-CD1AC50D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0227A-2649-BE6C-9AC4-BE675750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7156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0D85-C065-8E2A-3AA7-BC467BA99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D7FE0-61F1-6F11-8FCD-425EC2873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95E0B-1C01-93D9-B49E-FE67478A4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ED6C9-37FA-35F7-C35B-41A33D32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F8767-824F-C2F7-0B32-93CA3FD0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335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3488-0907-567E-82A2-B2656E73E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0D065-9A47-5128-FE09-9C84DCFCC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F0029-5127-7301-DEED-709C3135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A7F64-8D00-9A04-5CA7-518D0674F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65DAB-102E-4CD6-E5B1-F695FCD4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741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A755-73CC-8656-9C76-B004EA936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7BADB-6FD7-E73D-4B4A-50E7B73F7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168B5-3A44-1289-94A3-2446A0809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C26DD-9482-252D-5BB8-4BCCCAD0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0EF51-FC43-2986-3C15-72DB98E3D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6625A-B3C4-7BFE-C493-146CB9C8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591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E9F5-B756-C9D1-9A1F-D64F907A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3AC68-6183-413C-FFCF-C916F9B53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DF801-FE83-5A46-E5F2-A04988CCF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FE76A-AC01-B196-BCAE-324FC0874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EB522-97A4-3DFF-DEB2-A936759BE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76C01F-FF2C-AAD2-659B-E962EC61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41712-561C-8DA9-B8D8-AC968984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8EB02-3EC2-3CDE-A279-A03B52FAF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67975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3896-2ABE-6886-ABEC-AB402A33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E0412-0FF7-FC65-5E28-695BCDC2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75306-4585-2BBE-95F0-55B66044D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E1918-E7E0-E50D-FE23-205148DC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2146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415023-6B32-1E77-E1AC-C4B10F8F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98B02-6059-CB75-E601-DAE4AF51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0803B-F354-B7B7-8734-2D0215B6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88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4A6C-7B70-1FE3-09AA-6540B68B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0094E-C596-0018-2D13-E4F7F29AD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E7470-1DAE-F298-4A14-5C86430F5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2AD4B-A47E-8B59-3DA5-D2350D7E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14897-6709-1264-ADBB-99F32573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4AC51-426A-619E-9174-0558A671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855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0C82-0585-9E19-E0DE-15703687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41BDB8-1D2B-71AC-76DC-FDE171BA1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9C9A1-6DD1-A79F-B269-1880399C9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82B29-2C1D-BC3E-FFCE-4EE94FB7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992B6-1C22-4323-654E-253D094CA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813F3-5995-294C-7045-82E87F6F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2306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4EA8-767C-D7E6-A8D3-4EC7758A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21EAB-004D-F493-FEB2-1EFC412B6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3396B-1A3C-EF02-3682-BE569E4C9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E79AE-A44A-582E-8B3D-9AC197655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CC685-7DBE-64AC-EF9F-99226DAA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59704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ED5FD-8A3A-4D7F-F90B-E550127490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7AAE3-6400-10FE-DDB9-F39FAD2C8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1CF28-104D-73F0-798B-70EDC1FD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A43A6-D730-D97D-A8FC-C7DFE889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7275C-5580-61C5-5024-243BBCAB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255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A7605A-2E4C-3DDC-5B93-EECA97D9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3E14E-1191-0947-47AD-1A3C611B8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8EFED-1265-BA75-0059-B2EAC0896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6ED25-7159-42FE-8C95-4149AFC732A4}" type="datetimeFigureOut">
              <a:rPr lang="da-DK" smtClean="0"/>
              <a:t>10-04-2026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196BB-F1ED-562C-3027-EA4F433F2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4C059-CDA6-200E-45DD-A9E9A24ED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878B2-8F5A-4005-87FB-2819F100EFE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807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D5CE52-304A-0E03-D14B-1C2990BFF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2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096E7-40C0-4ED4-0A16-F2565F54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96AE46-88F9-60A7-EEA5-C7D6B56A2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04568A8E-FEAF-501D-85E3-5140BA3A9880}"/>
              </a:ext>
            </a:extLst>
          </p:cNvPr>
          <p:cNvSpPr/>
          <p:nvPr/>
        </p:nvSpPr>
        <p:spPr>
          <a:xfrm rot="10800000">
            <a:off x="2686051" y="6122193"/>
            <a:ext cx="478631" cy="6000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9127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4D854-16AF-EC8D-2100-379B2464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B79040-21ED-B8C9-B5CB-EF22D9645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58BFE24B-546C-B01B-5E95-E263AFACB635}"/>
              </a:ext>
            </a:extLst>
          </p:cNvPr>
          <p:cNvSpPr/>
          <p:nvPr/>
        </p:nvSpPr>
        <p:spPr>
          <a:xfrm rot="10800000">
            <a:off x="2686051" y="6122193"/>
            <a:ext cx="478631" cy="6000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BDFA672C-0408-E4D9-70EE-7F9AAA9B1E24}"/>
              </a:ext>
            </a:extLst>
          </p:cNvPr>
          <p:cNvSpPr/>
          <p:nvPr/>
        </p:nvSpPr>
        <p:spPr>
          <a:xfrm rot="10800000">
            <a:off x="7138990" y="6122193"/>
            <a:ext cx="478631" cy="60007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157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8A003-00EE-81B3-DDA9-E08A0A50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B7F760-FFF3-E4E5-684B-F1DE81D01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B95E4CBF-E9D4-B744-B3B7-BD0BC92B6E1A}"/>
              </a:ext>
            </a:extLst>
          </p:cNvPr>
          <p:cNvSpPr/>
          <p:nvPr/>
        </p:nvSpPr>
        <p:spPr>
          <a:xfrm rot="16200000">
            <a:off x="1530360" y="3114626"/>
            <a:ext cx="475060" cy="59559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2709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167EC-2FED-B76F-B9B4-1B6CB915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F9018B-61E4-7F90-358B-7AFA563B5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511CFCAD-FBFD-E97E-9586-6AF4CFE75D0C}"/>
              </a:ext>
            </a:extLst>
          </p:cNvPr>
          <p:cNvSpPr/>
          <p:nvPr/>
        </p:nvSpPr>
        <p:spPr>
          <a:xfrm rot="16200000">
            <a:off x="649631" y="1157738"/>
            <a:ext cx="475060" cy="595598"/>
          </a:xfrm>
          <a:prstGeom prst="downArrow">
            <a:avLst/>
          </a:prstGeom>
          <a:solidFill>
            <a:srgbClr val="F127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978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0C4F1-1DEB-3116-E975-83E3EB83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270B14-1BF9-E93E-0E8B-10AB76416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DE0357A3-20E3-642C-444D-E3C6AB2BB69C}"/>
              </a:ext>
            </a:extLst>
          </p:cNvPr>
          <p:cNvSpPr/>
          <p:nvPr/>
        </p:nvSpPr>
        <p:spPr>
          <a:xfrm rot="16200000">
            <a:off x="201956" y="2953201"/>
            <a:ext cx="475060" cy="595598"/>
          </a:xfrm>
          <a:prstGeom prst="downArrow">
            <a:avLst/>
          </a:prstGeom>
          <a:solidFill>
            <a:srgbClr val="4CEA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70424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F789E-8BED-E62B-DEE3-815E78D3A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4086FE-0739-0753-53EB-EC8CBC599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2ED196A1-BE5F-EBF3-DB4E-D7D9537C0D87}"/>
              </a:ext>
            </a:extLst>
          </p:cNvPr>
          <p:cNvSpPr/>
          <p:nvPr/>
        </p:nvSpPr>
        <p:spPr>
          <a:xfrm rot="16200000">
            <a:off x="649631" y="1157738"/>
            <a:ext cx="475060" cy="595598"/>
          </a:xfrm>
          <a:prstGeom prst="downArrow">
            <a:avLst/>
          </a:prstGeom>
          <a:solidFill>
            <a:srgbClr val="F127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B4519F9A-B6AD-DAA9-ED0A-1D56B3D49FD5}"/>
              </a:ext>
            </a:extLst>
          </p:cNvPr>
          <p:cNvSpPr/>
          <p:nvPr/>
        </p:nvSpPr>
        <p:spPr>
          <a:xfrm rot="16200000">
            <a:off x="201956" y="2953201"/>
            <a:ext cx="475060" cy="595598"/>
          </a:xfrm>
          <a:prstGeom prst="downArrow">
            <a:avLst/>
          </a:prstGeom>
          <a:solidFill>
            <a:srgbClr val="4CEA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F0C9DEE2-BF55-158A-B8A0-766DCB5D9913}"/>
              </a:ext>
            </a:extLst>
          </p:cNvPr>
          <p:cNvSpPr/>
          <p:nvPr/>
        </p:nvSpPr>
        <p:spPr>
          <a:xfrm rot="16200000">
            <a:off x="499755" y="2607181"/>
            <a:ext cx="475060" cy="595598"/>
          </a:xfrm>
          <a:prstGeom prst="downArrow">
            <a:avLst/>
          </a:prstGeom>
          <a:solidFill>
            <a:srgbClr val="0E8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C33E982-5FFD-2343-3142-126088E9EEE6}"/>
              </a:ext>
            </a:extLst>
          </p:cNvPr>
          <p:cNvSpPr/>
          <p:nvPr/>
        </p:nvSpPr>
        <p:spPr>
          <a:xfrm rot="16200000">
            <a:off x="1530360" y="3114626"/>
            <a:ext cx="475060" cy="59559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27688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B3B9E-269E-0FA1-7F16-7ED54960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F3C917-45C1-63F4-1C31-06DE4B567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97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5C7A6-E007-CD4A-3FE3-FF53AE8D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2F9C66-22D7-AF75-AF89-AF8137C6C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6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26BC-2DC2-CE78-BD0B-B3A3BA9F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B2AB32-4C45-CF8F-B453-42CC13821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61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74E97-C6F7-C67F-2638-01BEC0EA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C7F60-1F3F-B6F3-E8DB-9C6EA932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59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0AA7D-D6FE-2E74-ABDF-DA992D435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F00186-CF0A-F46B-D782-963B1BD4B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0114"/>
            <a:ext cx="12192000" cy="581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19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Y. Vela</dc:creator>
  <cp:lastModifiedBy>Ivan Y. Vela</cp:lastModifiedBy>
  <cp:revision>1</cp:revision>
  <dcterms:created xsi:type="dcterms:W3CDTF">2026-04-10T10:33:23Z</dcterms:created>
  <dcterms:modified xsi:type="dcterms:W3CDTF">2026-04-10T11:01:12Z</dcterms:modified>
</cp:coreProperties>
</file>